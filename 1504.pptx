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9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1D4A0-F214-A8C4-B7C4-4BD5C002E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A1E235F-FD9A-D20F-4A9B-60590517C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F6A57E-BB5D-2E91-EBBF-CAF5A5D57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10AD45-4D74-2BD0-2DD9-DCDE2884F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3278DB-3158-234D-2EDA-1CA241F6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63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83E13-8638-65EE-A03B-E942AA58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1F0E3A-A322-44D6-21A2-415254AE5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20A28A9-CA9C-A825-2510-571E3C38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B5B21E-DE26-25F7-F5BD-F9EA910D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39F6AB-CD60-4051-DB2C-B4233CFFF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030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2A7775-E3BA-615C-ACFE-F927BC91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CFBD5EF-6585-9B1C-92AF-936762CC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562D25-485E-ECBF-B2F0-E74047BB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B6F801-9FE2-ED88-10F9-B26D3DD5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BC47A7-0DEC-2300-64CF-BCE60D1A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706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D17D58-52DC-FB4E-4D66-9835431B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78956E-DE0D-228B-7D48-00116E7AD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DE944B-2DFD-3B11-7DCB-B923A569D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80375B3-4F8C-3076-B9F7-C640D67D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EC8A34-C84A-41DE-F819-0FD2C578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FD7A5F2-FE76-4286-7AFC-2C31804C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0614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6302F8-2F50-82DF-5E58-871F7FC12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96A426-B9A8-4329-309E-E2BA9904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FF49A5-5EB3-4F4A-507C-81832DD88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FADE7DA-0A90-F806-CA00-B65D4642F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A83EB8B-8026-C524-6A69-3B94B83B9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DB0A1C0-2478-6D24-363E-F251E902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204FAE8-1F41-EB1F-5FF4-EC81D591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C61492D-358B-7261-3996-0EFFDAD7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324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08D8B1-7259-8BFF-07BF-310171A6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D2F02E-CF14-DB77-A5F1-D03E7F48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8E76E6F-90DA-F911-0C66-80077C2F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BF30A90-996A-8F4A-97CA-32176272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0715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A1B33F0-A56C-FA3E-09B0-DD308B2D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FC674D-64C6-E3B6-795A-1696620F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340016-FFB1-12E2-6E8E-0EE9FBFA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132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E691F1-D6A7-6CBE-7232-3A3769E8A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9BB814-5DCD-1BA9-2800-8E00EB5FD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B1E2774-D033-D681-1126-4B97DA7C4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8AE008F-6D07-DA06-1CA9-8532BEE0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47493D-EFE9-91D9-67A7-B03C837B1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4E2B57B-8527-F3B3-2F0C-DCC7694B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404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62D7A4-B0EF-B520-94DF-4A6DD118B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F19B934-E0FC-49C3-C16A-3819B8A6A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912B13-987B-1956-E99F-CFBEA04FA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BF1D529-A05F-8B11-B8B9-8276EA91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26EEF9-2028-1EC5-6D69-642BFE2B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3AF4FB-C4B9-DE82-DA9A-01B9613A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1456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A1D542-F9D5-3E12-3DF1-190B68CBE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73B2B1-3043-0B7A-B767-E1FFAD286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996C49-510E-D8CE-0348-69DE9C4A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C5E869-931B-7DCB-856E-ACFDED37A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391E9B-F09A-5B7A-1A86-6CB6B0CC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6130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B0A0061-0851-6846-134E-5F0830DDF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615B522-A483-5965-32FB-3C1026EAA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AE6DD3-0BD6-7722-2F67-5D54142EA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1ADC4C-6A98-A63C-BA2C-FE3840DE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799814-86B7-D685-1F48-04ED5011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660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D174C8-CF2D-A31F-AF82-08EFE774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5AA87F-9123-492A-388D-523D7DD7D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49B5CD-9F3B-74E3-9F9C-36BF9CFDC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0C78F-503F-46AF-B87E-E47B2A0EB230}" type="datetimeFigureOut">
              <a:rPr lang="it-IT" smtClean="0"/>
              <a:t>15/04/2026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E77C19-4593-77D0-5AB8-1428CDE7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0E4FBE-17BF-AAC7-7759-10378FD48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33DB2-BA24-47B5-9A8D-965FA59F0B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513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AA2017E-1FDE-83A2-CF42-FA555A713DF3}"/>
              </a:ext>
            </a:extLst>
          </p:cNvPr>
          <p:cNvSpPr txBox="1"/>
          <p:nvPr/>
        </p:nvSpPr>
        <p:spPr>
          <a:xfrm>
            <a:off x="5268432" y="2355112"/>
            <a:ext cx="2052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/>
              <a:t>AND</a:t>
            </a:r>
          </a:p>
          <a:p>
            <a:r>
              <a:rPr lang="it-IT" sz="4800" dirty="0"/>
              <a:t>OR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5D7C7D-60DE-03F9-FED6-3A4AC34A0F70}"/>
              </a:ext>
            </a:extLst>
          </p:cNvPr>
          <p:cNvSpPr txBox="1"/>
          <p:nvPr/>
        </p:nvSpPr>
        <p:spPr>
          <a:xfrm>
            <a:off x="4774019" y="1525772"/>
            <a:ext cx="299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Operatori </a:t>
            </a:r>
            <a:r>
              <a:rPr lang="it-IT" dirty="0" err="1"/>
              <a:t>booleniani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17159B-512A-82F0-92D0-256F7023B124}"/>
              </a:ext>
            </a:extLst>
          </p:cNvPr>
          <p:cNvSpPr txBox="1"/>
          <p:nvPr/>
        </p:nvSpPr>
        <p:spPr>
          <a:xfrm>
            <a:off x="1111102" y="2785730"/>
            <a:ext cx="1435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condizione1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1327CAD-7A29-A282-6F23-9673246FB9FD}"/>
              </a:ext>
            </a:extLst>
          </p:cNvPr>
          <p:cNvSpPr txBox="1"/>
          <p:nvPr/>
        </p:nvSpPr>
        <p:spPr>
          <a:xfrm>
            <a:off x="9158176" y="2869019"/>
            <a:ext cx="1435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condizione2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F1006734-895B-C447-2978-5D1ACE3A2B74}"/>
              </a:ext>
            </a:extLst>
          </p:cNvPr>
          <p:cNvCxnSpPr/>
          <p:nvPr/>
        </p:nvCxnSpPr>
        <p:spPr>
          <a:xfrm flipV="1">
            <a:off x="2690037" y="2748516"/>
            <a:ext cx="2190307" cy="221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020CFC63-9F0A-D4DD-A645-3949307C1C2A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6783572" y="2748516"/>
            <a:ext cx="2374604" cy="305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7C9820DB-4E07-76A3-3644-3D04300FB5DB}"/>
              </a:ext>
            </a:extLst>
          </p:cNvPr>
          <p:cNvCxnSpPr>
            <a:stCxn id="6" idx="3"/>
          </p:cNvCxnSpPr>
          <p:nvPr/>
        </p:nvCxnSpPr>
        <p:spPr>
          <a:xfrm>
            <a:off x="2546498" y="2970396"/>
            <a:ext cx="2631558" cy="51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320BFFF3-B0C9-7BB5-C796-E58F5BB990D6}"/>
              </a:ext>
            </a:extLst>
          </p:cNvPr>
          <p:cNvCxnSpPr/>
          <p:nvPr/>
        </p:nvCxnSpPr>
        <p:spPr>
          <a:xfrm flipH="1">
            <a:off x="6533707" y="3155062"/>
            <a:ext cx="2546498" cy="327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810C47FA-70E0-F540-D0AE-D570B07D44B7}"/>
              </a:ext>
            </a:extLst>
          </p:cNvPr>
          <p:cNvCxnSpPr/>
          <p:nvPr/>
        </p:nvCxnSpPr>
        <p:spPr>
          <a:xfrm>
            <a:off x="1594884" y="3306726"/>
            <a:ext cx="3508744" cy="2110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72F9A2EA-A6B9-427A-7BA6-B460666EA3E1}"/>
              </a:ext>
            </a:extLst>
          </p:cNvPr>
          <p:cNvCxnSpPr>
            <a:stCxn id="7" idx="2"/>
          </p:cNvCxnSpPr>
          <p:nvPr/>
        </p:nvCxnSpPr>
        <p:spPr>
          <a:xfrm flipH="1">
            <a:off x="5837274" y="3238351"/>
            <a:ext cx="4038600" cy="2184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7C0D82A-D4B5-DABA-01E0-B416640C5D5E}"/>
              </a:ext>
            </a:extLst>
          </p:cNvPr>
          <p:cNvSpPr txBox="1"/>
          <p:nvPr/>
        </p:nvSpPr>
        <p:spPr>
          <a:xfrm>
            <a:off x="1765005" y="5512981"/>
            <a:ext cx="799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Variabiledacontrollare</a:t>
            </a:r>
            <a:r>
              <a:rPr lang="it-IT" dirty="0"/>
              <a:t>	operatore di confronto		valore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49CF290-9387-BE8A-42FF-7E58E7CA8D6E}"/>
              </a:ext>
            </a:extLst>
          </p:cNvPr>
          <p:cNvCxnSpPr/>
          <p:nvPr/>
        </p:nvCxnSpPr>
        <p:spPr>
          <a:xfrm flipV="1">
            <a:off x="6783572" y="1244009"/>
            <a:ext cx="2158409" cy="1467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3E7F553-15D1-AD82-9F19-7D3D30C20289}"/>
              </a:ext>
            </a:extLst>
          </p:cNvPr>
          <p:cNvSpPr txBox="1"/>
          <p:nvPr/>
        </p:nvSpPr>
        <p:spPr>
          <a:xfrm>
            <a:off x="9032358" y="1020726"/>
            <a:ext cx="728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/>
              <a:t>&amp;&amp;</a:t>
            </a: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9F70F1EA-B5B4-D540-FACC-51D5A2BA1D71}"/>
              </a:ext>
            </a:extLst>
          </p:cNvPr>
          <p:cNvCxnSpPr/>
          <p:nvPr/>
        </p:nvCxnSpPr>
        <p:spPr>
          <a:xfrm flipV="1">
            <a:off x="6310423" y="2562447"/>
            <a:ext cx="2546498" cy="744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567E2CC-58B4-5055-02B1-9A6F3E7D13C2}"/>
              </a:ext>
            </a:extLst>
          </p:cNvPr>
          <p:cNvSpPr txBox="1"/>
          <p:nvPr/>
        </p:nvSpPr>
        <p:spPr>
          <a:xfrm>
            <a:off x="8941981" y="2211572"/>
            <a:ext cx="72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3200"/>
            </a:lvl1pPr>
          </a:lstStyle>
          <a:p>
            <a:r>
              <a:rPr lang="it-IT" dirty="0"/>
              <a:t>||</a:t>
            </a:r>
          </a:p>
        </p:txBody>
      </p:sp>
    </p:spTree>
    <p:extLst>
      <p:ext uri="{BB962C8B-B14F-4D97-AF65-F5344CB8AC3E}">
        <p14:creationId xmlns:p14="http://schemas.microsoft.com/office/powerpoint/2010/main" val="323656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652F88E-414B-3F22-3701-5651CFC66C5F}"/>
              </a:ext>
            </a:extLst>
          </p:cNvPr>
          <p:cNvSpPr txBox="1"/>
          <p:nvPr/>
        </p:nvSpPr>
        <p:spPr>
          <a:xfrm>
            <a:off x="685800" y="265814"/>
            <a:ext cx="320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Numero passeggeri: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B2EBEAE-189C-D0A4-56C6-ACD65E1E679F}"/>
              </a:ext>
            </a:extLst>
          </p:cNvPr>
          <p:cNvSpPr txBox="1"/>
          <p:nvPr/>
        </p:nvSpPr>
        <p:spPr>
          <a:xfrm>
            <a:off x="685800" y="1034903"/>
            <a:ext cx="320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Destinazione: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48C2221-2BD0-CFE5-624B-11B47ADE57D4}"/>
              </a:ext>
            </a:extLst>
          </p:cNvPr>
          <p:cNvSpPr txBox="1"/>
          <p:nvPr/>
        </p:nvSpPr>
        <p:spPr>
          <a:xfrm>
            <a:off x="685800" y="1853610"/>
            <a:ext cx="320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Minorenni: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344EC71-456E-2B90-9607-A944F31220F3}"/>
              </a:ext>
            </a:extLst>
          </p:cNvPr>
          <p:cNvSpPr/>
          <p:nvPr/>
        </p:nvSpPr>
        <p:spPr>
          <a:xfrm>
            <a:off x="3359888" y="265814"/>
            <a:ext cx="1940442" cy="4093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8EF4FB-0408-A433-6B22-CFF985033101}"/>
              </a:ext>
            </a:extLst>
          </p:cNvPr>
          <p:cNvSpPr/>
          <p:nvPr/>
        </p:nvSpPr>
        <p:spPr>
          <a:xfrm>
            <a:off x="3359888" y="1034903"/>
            <a:ext cx="1940442" cy="4093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7472A42-26A4-7BDD-F429-F12670D4E1B4}"/>
              </a:ext>
            </a:extLst>
          </p:cNvPr>
          <p:cNvSpPr/>
          <p:nvPr/>
        </p:nvSpPr>
        <p:spPr>
          <a:xfrm>
            <a:off x="3359888" y="1853610"/>
            <a:ext cx="1940442" cy="4093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S/N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86BCC65-C6C9-401E-EF93-8DD236E4E524}"/>
              </a:ext>
            </a:extLst>
          </p:cNvPr>
          <p:cNvCxnSpPr>
            <a:stCxn id="8" idx="3"/>
          </p:cNvCxnSpPr>
          <p:nvPr/>
        </p:nvCxnSpPr>
        <p:spPr>
          <a:xfrm flipV="1">
            <a:off x="5300330" y="749595"/>
            <a:ext cx="2674089" cy="489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D3E8443-934C-ABA7-2CFA-E97E2949966D}"/>
              </a:ext>
            </a:extLst>
          </p:cNvPr>
          <p:cNvSpPr txBox="1"/>
          <p:nvPr/>
        </p:nvSpPr>
        <p:spPr>
          <a:xfrm>
            <a:off x="8181753" y="574158"/>
            <a:ext cx="24348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Firenze (80)</a:t>
            </a:r>
          </a:p>
          <a:p>
            <a:r>
              <a:rPr lang="it-IT" dirty="0"/>
              <a:t>Pescara (110)</a:t>
            </a:r>
          </a:p>
          <a:p>
            <a:r>
              <a:rPr lang="it-IT" dirty="0"/>
              <a:t>Foggia (280)</a:t>
            </a:r>
          </a:p>
          <a:p>
            <a:r>
              <a:rPr lang="it-IT" dirty="0"/>
              <a:t>Palermo (280)</a:t>
            </a:r>
          </a:p>
          <a:p>
            <a:r>
              <a:rPr lang="it-IT" dirty="0"/>
              <a:t>Bologna (80) 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CCAB8A0C-970E-2A8F-553A-9210A6096775}"/>
              </a:ext>
            </a:extLst>
          </p:cNvPr>
          <p:cNvSpPr/>
          <p:nvPr/>
        </p:nvSpPr>
        <p:spPr>
          <a:xfrm>
            <a:off x="818707" y="2562447"/>
            <a:ext cx="4481623" cy="728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Riepilogo biglietto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4CF085AF-9B27-A759-DC43-4B041A8D46A0}"/>
              </a:ext>
            </a:extLst>
          </p:cNvPr>
          <p:cNvCxnSpPr>
            <a:stCxn id="14" idx="2"/>
          </p:cNvCxnSpPr>
          <p:nvPr/>
        </p:nvCxnSpPr>
        <p:spPr>
          <a:xfrm>
            <a:off x="3059519" y="3290777"/>
            <a:ext cx="789467" cy="1382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6B7CEA0-71E4-06E9-430C-AB0A7C36DC2E}"/>
              </a:ext>
            </a:extLst>
          </p:cNvPr>
          <p:cNvSpPr txBox="1"/>
          <p:nvPr/>
        </p:nvSpPr>
        <p:spPr>
          <a:xfrm>
            <a:off x="1010093" y="4800600"/>
            <a:ext cx="9563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Biglietto cumulativo per:  xxx – Minorenni: (PRESENTI / ASSENTI) – Totale biglietto: (calcolo)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3F9E5D6E-15C4-5196-B11B-2FE69ED8EF30}"/>
              </a:ext>
            </a:extLst>
          </p:cNvPr>
          <p:cNvCxnSpPr>
            <a:stCxn id="9" idx="3"/>
          </p:cNvCxnSpPr>
          <p:nvPr/>
        </p:nvCxnSpPr>
        <p:spPr>
          <a:xfrm>
            <a:off x="5300330" y="2058287"/>
            <a:ext cx="3030279" cy="982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D9D537B-D6D1-17E4-4073-7063A16339C4}"/>
              </a:ext>
            </a:extLst>
          </p:cNvPr>
          <p:cNvSpPr txBox="1"/>
          <p:nvPr/>
        </p:nvSpPr>
        <p:spPr>
          <a:xfrm>
            <a:off x="8495413" y="2865474"/>
            <a:ext cx="2339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 = 100 una tantum</a:t>
            </a:r>
          </a:p>
        </p:txBody>
      </p:sp>
    </p:spTree>
    <p:extLst>
      <p:ext uri="{BB962C8B-B14F-4D97-AF65-F5344CB8AC3E}">
        <p14:creationId xmlns:p14="http://schemas.microsoft.com/office/powerpoint/2010/main" val="326907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2A0139-3A0A-38CC-A381-95FC07C0E5A5}"/>
              </a:ext>
            </a:extLst>
          </p:cNvPr>
          <p:cNvSpPr txBox="1"/>
          <p:nvPr/>
        </p:nvSpPr>
        <p:spPr>
          <a:xfrm>
            <a:off x="738963" y="435935"/>
            <a:ext cx="3965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Cicli:</a:t>
            </a:r>
          </a:p>
          <a:p>
            <a:r>
              <a:rPr lang="it-IT" dirty="0"/>
              <a:t>Sono ripetizioni di blocchi di codice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50E070-101E-28AC-3D8F-962C91B58A2B}"/>
              </a:ext>
            </a:extLst>
          </p:cNvPr>
          <p:cNvSpPr txBox="1"/>
          <p:nvPr/>
        </p:nvSpPr>
        <p:spPr>
          <a:xfrm>
            <a:off x="866553" y="2238153"/>
            <a:ext cx="3062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While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For(indice)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foreach</a:t>
            </a:r>
            <a:endParaRPr lang="it-IT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0125107B-4587-E1CA-603A-63F783CEBE79}"/>
              </a:ext>
            </a:extLst>
          </p:cNvPr>
          <p:cNvCxnSpPr/>
          <p:nvPr/>
        </p:nvCxnSpPr>
        <p:spPr>
          <a:xfrm flipV="1">
            <a:off x="2041451" y="1951074"/>
            <a:ext cx="4816549" cy="489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DCBEB53-62DA-4CF8-7DBB-DF617F01C1A1}"/>
              </a:ext>
            </a:extLst>
          </p:cNvPr>
          <p:cNvSpPr txBox="1"/>
          <p:nvPr/>
        </p:nvSpPr>
        <p:spPr>
          <a:xfrm>
            <a:off x="7054702" y="1770321"/>
            <a:ext cx="31525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While</a:t>
            </a:r>
            <a:r>
              <a:rPr lang="it-IT" dirty="0"/>
              <a:t>( condizione/i ){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}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0C2601B5-4C28-4485-1440-96CA7F2DFCC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783033" y="2509284"/>
            <a:ext cx="1307804" cy="1495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9903D55-9D18-573F-D2F7-C452AE7B231C}"/>
              </a:ext>
            </a:extLst>
          </p:cNvPr>
          <p:cNvSpPr txBox="1"/>
          <p:nvPr/>
        </p:nvSpPr>
        <p:spPr>
          <a:xfrm>
            <a:off x="9090837" y="3543300"/>
            <a:ext cx="2546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condizione/i </a:t>
            </a:r>
            <a:r>
              <a:rPr lang="it-IT" b="1" dirty="0"/>
              <a:t>DEVONO</a:t>
            </a:r>
            <a:r>
              <a:rPr lang="it-IT" dirty="0"/>
              <a:t> diventare false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A14C5B98-0273-06B7-45EB-B80FE3EC0018}"/>
              </a:ext>
            </a:extLst>
          </p:cNvPr>
          <p:cNvCxnSpPr/>
          <p:nvPr/>
        </p:nvCxnSpPr>
        <p:spPr>
          <a:xfrm>
            <a:off x="2387009" y="2769781"/>
            <a:ext cx="2993065" cy="2470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665EE21-226A-E27C-0FAD-480E0FA21769}"/>
              </a:ext>
            </a:extLst>
          </p:cNvPr>
          <p:cNvSpPr txBox="1"/>
          <p:nvPr/>
        </p:nvSpPr>
        <p:spPr>
          <a:xfrm>
            <a:off x="9510823" y="1706526"/>
            <a:ext cx="2126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Ripeto le istruzioni in base alla veridicità della/e condizioni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9B53FBF-B58E-D2BA-AEF3-C41F6E8F4649}"/>
              </a:ext>
            </a:extLst>
          </p:cNvPr>
          <p:cNvSpPr txBox="1"/>
          <p:nvPr/>
        </p:nvSpPr>
        <p:spPr>
          <a:xfrm>
            <a:off x="2068033" y="5172740"/>
            <a:ext cx="3264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Ripete il blocco di codice, un numero BEN DEFINITO di volte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EACCDE3-82F6-E2D9-63C3-2B01A0AD09A1}"/>
              </a:ext>
            </a:extLst>
          </p:cNvPr>
          <p:cNvSpPr txBox="1"/>
          <p:nvPr/>
        </p:nvSpPr>
        <p:spPr>
          <a:xfrm>
            <a:off x="5502349" y="5103628"/>
            <a:ext cx="57947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For (</a:t>
            </a:r>
            <a:r>
              <a:rPr lang="it-IT" dirty="0" err="1"/>
              <a:t>int</a:t>
            </a:r>
            <a:r>
              <a:rPr lang="it-IT" dirty="0"/>
              <a:t> indice =partenza; indice &lt;</a:t>
            </a:r>
            <a:r>
              <a:rPr lang="it-IT" dirty="0" err="1"/>
              <a:t>arrivo;indice</a:t>
            </a:r>
            <a:r>
              <a:rPr lang="it-IT" dirty="0"/>
              <a:t>++){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7830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150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4</cp:revision>
  <dcterms:created xsi:type="dcterms:W3CDTF">2026-04-15T09:25:13Z</dcterms:created>
  <dcterms:modified xsi:type="dcterms:W3CDTF">2026-04-15T15:01:49Z</dcterms:modified>
</cp:coreProperties>
</file>