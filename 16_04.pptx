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2" d="100"/>
          <a:sy n="72" d="100"/>
        </p:scale>
        <p:origin x="1109" y="2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FA971E7-D65B-CA02-FD0B-6B9D96F3B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AAC2F9B6-ECED-5377-9EF2-138EAA5087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D39C979-9414-BA9C-5FED-2CC4E67CF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98B-266E-4112-8760-780E7458CA20}" type="datetimeFigureOut">
              <a:rPr lang="it-IT" smtClean="0"/>
              <a:t>16/04/2026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0793396-CB0E-FFF2-E514-61ED469C4C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D9D4738-FA88-9B79-2A28-56F3EE0F2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47A8-711A-4647-8B8E-ABB022E4B5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77298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EECB042-224F-9285-19F7-757FE42ED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05556A7-C41D-C245-FF4C-21521B22B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B2C670-FF3F-40B6-CAA7-67AB28F9BC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98B-266E-4112-8760-780E7458CA20}" type="datetimeFigureOut">
              <a:rPr lang="it-IT" smtClean="0"/>
              <a:t>16/04/2026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337E0E1-9CDB-3FEF-F884-8997B47C64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016AAA5-A6F6-C5AE-C08A-837405290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47A8-711A-4647-8B8E-ABB022E4B5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72157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FC05EF5-AF12-6E85-689F-F838879C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F884D1-172B-B0E4-1AED-1085E2816D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71F2624-E5DC-A4BA-38E0-6EFE545B2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98B-266E-4112-8760-780E7458CA20}" type="datetimeFigureOut">
              <a:rPr lang="it-IT" smtClean="0"/>
              <a:t>16/04/2026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65B81F0-4246-3DC9-BE72-1389A3AF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DE3437-4E10-7B24-EFEC-5A9750A2D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47A8-711A-4647-8B8E-ABB022E4B5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50094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FD7FA44-73F7-8F4D-EADF-B2CE4F563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A3E8C3-E250-2EB9-EBB1-21D1183D6D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F19EBF46-5147-889B-B3C5-449E82D4DD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F0A8ACA-6D2B-8DCD-075C-C8B0AFDB5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98B-266E-4112-8760-780E7458CA20}" type="datetimeFigureOut">
              <a:rPr lang="it-IT" smtClean="0"/>
              <a:t>16/04/2026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E362186-D3DC-CF86-0D53-2CA07A0E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CB22942-D653-0B4D-8253-5EA0AA770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47A8-711A-4647-8B8E-ABB022E4B5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64187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A86E41-BF1A-34C0-BCB0-D101EB174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BB96FB4-B2B6-4AF8-499B-44FAE20F4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2E24AB1-0333-8789-C192-0B8FD2F096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A98C0241-B26B-C722-B4E0-8C35558D2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0ABE8A62-920E-E6CA-F84E-FA7B7C5EC2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8642392-18E7-8EFF-C479-189102BFD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98B-266E-4112-8760-780E7458CA20}" type="datetimeFigureOut">
              <a:rPr lang="it-IT" smtClean="0"/>
              <a:t>16/04/2026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AD716908-D0EA-53DF-6F98-1616EB592B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9DCEC498-D194-D8FA-A912-74F297CDE5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47A8-711A-4647-8B8E-ABB022E4B5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50679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9A8295B-603C-19ED-D5D5-FCCAE42AF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A6334FE-7363-FA4E-F1A7-90220FA48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98B-266E-4112-8760-780E7458CA20}" type="datetimeFigureOut">
              <a:rPr lang="it-IT" smtClean="0"/>
              <a:t>16/04/2026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A4569F5-A08F-C2C0-F6F0-7D41D96F65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277902F-8ED5-86DE-2A9C-5E6BECF1C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47A8-711A-4647-8B8E-ABB022E4B5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25911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75637C8D-046E-E13C-546F-0C86B1CB1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98B-266E-4112-8760-780E7458CA20}" type="datetimeFigureOut">
              <a:rPr lang="it-IT" smtClean="0"/>
              <a:t>16/04/2026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80FC7A7-6E58-F044-C5CA-60A454F9A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51B34741-62C0-7D0C-3EB0-EC1DD163B8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47A8-711A-4647-8B8E-ABB022E4B5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08173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9365A6-A7B4-F0DD-D1B1-429EE0300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C5EF1E6-6B23-B25B-C450-1681E581E0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8271C2F-3C94-5912-23F3-35946D85BB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2CF8176-4D34-3AA4-291A-E0800C1F50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98B-266E-4112-8760-780E7458CA20}" type="datetimeFigureOut">
              <a:rPr lang="it-IT" smtClean="0"/>
              <a:t>16/04/2026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CB5CAE4-2B63-4C98-E508-ED384E2B8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7E03CC9-2576-4C4A-6BF3-0356BEB7C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47A8-711A-4647-8B8E-ABB022E4B5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8369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7584D8-A984-AF6F-0E5B-36EBE9AD4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48C3B69C-CBC3-76AD-71EF-1DF46C02BD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D120EA-3634-5DF6-6942-CA874EB09E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660238B-C1FC-BC30-5678-A3906A1E0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98B-266E-4112-8760-780E7458CA20}" type="datetimeFigureOut">
              <a:rPr lang="it-IT" smtClean="0"/>
              <a:t>16/04/2026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27E74731-8C45-D8DB-CFAD-A26BFDD9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B667711-4226-F2DC-7630-91C51CC2C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47A8-711A-4647-8B8E-ABB022E4B5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41427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2E67CC-4125-CEFF-73DA-FCCE41E181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153B148F-2222-B01E-9EAA-89E563AC57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5C8BC65-6CA4-500A-C15D-B16F6E431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98B-266E-4112-8760-780E7458CA20}" type="datetimeFigureOut">
              <a:rPr lang="it-IT" smtClean="0"/>
              <a:t>16/04/2026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94C7581-E034-CDDD-8BAE-744A62F1B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AB80D9B-1E66-E976-5DC5-6D2B9B38E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47A8-711A-4647-8B8E-ABB022E4B5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41517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5621F128-7B79-A9CE-0A4A-759B0E69BD7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8A58EEE-42E0-8C9F-FC82-993C86469A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358CFF9-BD1A-A9C7-C518-5F5852B856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6E198B-266E-4112-8760-780E7458CA20}" type="datetimeFigureOut">
              <a:rPr lang="it-IT" smtClean="0"/>
              <a:t>16/04/2026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ABE1C3A-C7C5-3FD5-6D5C-55B4BE1299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40307E3-C1DC-AEAE-6387-43BC3FB0E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EA47A8-711A-4647-8B8E-ABB022E4B5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79637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55DF1D-3A95-6220-51BD-9F0AE4F38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29A817B-CC0D-10DC-B118-27D7D74EA0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18AAB27-CFB5-D0EC-B6B6-A00CE297A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6E198B-266E-4112-8760-780E7458CA20}" type="datetimeFigureOut">
              <a:rPr lang="it-IT" smtClean="0"/>
              <a:t>16/04/2026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B32FCDDD-555E-2800-A7F6-4A3DBA9AE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8386F6-2C38-BF98-04CB-442EE98A87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EA47A8-711A-4647-8B8E-ABB022E4B5C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13756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sellaDiTesto 3">
            <a:extLst>
              <a:ext uri="{FF2B5EF4-FFF2-40B4-BE49-F238E27FC236}">
                <a16:creationId xmlns:a16="http://schemas.microsoft.com/office/drawing/2014/main" id="{785A4F48-7CE6-AB4A-C3C8-E97BFF50B866}"/>
              </a:ext>
            </a:extLst>
          </p:cNvPr>
          <p:cNvSpPr txBox="1"/>
          <p:nvPr/>
        </p:nvSpPr>
        <p:spPr>
          <a:xfrm>
            <a:off x="1823484" y="2264735"/>
            <a:ext cx="41573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Numero di label da aggiungere: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398D413B-899F-2E00-4025-291A4435564A}"/>
              </a:ext>
            </a:extLst>
          </p:cNvPr>
          <p:cNvSpPr/>
          <p:nvPr/>
        </p:nvSpPr>
        <p:spPr>
          <a:xfrm>
            <a:off x="7235456" y="2264735"/>
            <a:ext cx="2472070" cy="462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4DF4D7F4-2339-0BDF-9CFD-E8D362F13064}"/>
              </a:ext>
            </a:extLst>
          </p:cNvPr>
          <p:cNvSpPr txBox="1"/>
          <p:nvPr/>
        </p:nvSpPr>
        <p:spPr>
          <a:xfrm>
            <a:off x="1823483" y="3102935"/>
            <a:ext cx="4848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Testo generale da inserire nelle nuove label:</a:t>
            </a:r>
          </a:p>
        </p:txBody>
      </p:sp>
      <p:sp>
        <p:nvSpPr>
          <p:cNvPr id="7" name="Rettangolo 6">
            <a:extLst>
              <a:ext uri="{FF2B5EF4-FFF2-40B4-BE49-F238E27FC236}">
                <a16:creationId xmlns:a16="http://schemas.microsoft.com/office/drawing/2014/main" id="{B6E89E77-E966-FBA0-9770-DF3C7DBB99B4}"/>
              </a:ext>
            </a:extLst>
          </p:cNvPr>
          <p:cNvSpPr/>
          <p:nvPr/>
        </p:nvSpPr>
        <p:spPr>
          <a:xfrm>
            <a:off x="7235456" y="3102935"/>
            <a:ext cx="2472070" cy="46251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FD468E7E-2F01-D1B4-CEA2-7B6DB17D5992}"/>
              </a:ext>
            </a:extLst>
          </p:cNvPr>
          <p:cNvSpPr/>
          <p:nvPr/>
        </p:nvSpPr>
        <p:spPr>
          <a:xfrm>
            <a:off x="1892596" y="4311502"/>
            <a:ext cx="7814930" cy="81870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Conferma e porta a video le nuove label</a:t>
            </a:r>
          </a:p>
        </p:txBody>
      </p:sp>
    </p:spTree>
    <p:extLst>
      <p:ext uri="{BB962C8B-B14F-4D97-AF65-F5344CB8AC3E}">
        <p14:creationId xmlns:p14="http://schemas.microsoft.com/office/powerpoint/2010/main" val="26793484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22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Marcello Valeri</dc:creator>
  <cp:lastModifiedBy>Marcello Valeri</cp:lastModifiedBy>
  <cp:revision>1</cp:revision>
  <dcterms:created xsi:type="dcterms:W3CDTF">2026-04-16T10:09:03Z</dcterms:created>
  <dcterms:modified xsi:type="dcterms:W3CDTF">2026-04-16T10:12:07Z</dcterms:modified>
</cp:coreProperties>
</file>